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57935" y="292735"/>
            <a:ext cx="9144000" cy="6676390"/>
          </a:xfrm>
        </p:spPr>
        <p:txBody>
          <a:bodyPr>
            <a:normAutofit fontScale="90000" lnSpcReduction="10000"/>
          </a:bodyPr>
          <a:p>
            <a:pPr algn="just"/>
            <a:r>
              <a:rPr lang="en-US" altLang="zh-CN"/>
              <a:t>1.</a:t>
            </a:r>
            <a:r>
              <a:rPr lang="zh-CN" altLang="en-US"/>
              <a:t>液压系统特点、主要组成部分</a:t>
            </a:r>
            <a:endParaRPr lang="zh-CN" altLang="en-US"/>
          </a:p>
          <a:p>
            <a:pPr algn="just"/>
            <a:r>
              <a:rPr lang="en-US" altLang="zh-CN"/>
              <a:t>2.</a:t>
            </a:r>
            <a:r>
              <a:rPr lang="zh-CN" altLang="en-US"/>
              <a:t>液压油的性质</a:t>
            </a:r>
            <a:endParaRPr lang="zh-CN" altLang="en-US"/>
          </a:p>
          <a:p>
            <a:pPr algn="just"/>
            <a:r>
              <a:rPr lang="en-US" altLang="zh-CN"/>
              <a:t>3.</a:t>
            </a:r>
            <a:r>
              <a:rPr lang="zh-CN" altLang="en-US"/>
              <a:t>静力学、压力的表示方法</a:t>
            </a:r>
            <a:endParaRPr lang="zh-CN" altLang="en-US"/>
          </a:p>
          <a:p>
            <a:pPr algn="just"/>
            <a:r>
              <a:rPr lang="en-US" altLang="zh-CN"/>
              <a:t>4.</a:t>
            </a:r>
            <a:r>
              <a:rPr lang="zh-CN" altLang="en-US"/>
              <a:t>动力学（计算题必考）</a:t>
            </a:r>
            <a:endParaRPr lang="zh-CN" altLang="en-US"/>
          </a:p>
          <a:p>
            <a:pPr algn="just"/>
            <a:r>
              <a:rPr lang="en-US" altLang="zh-CN"/>
              <a:t>5.</a:t>
            </a:r>
            <a:r>
              <a:rPr lang="zh-CN" altLang="en-US"/>
              <a:t>什么是气穴现象，以及它的危害</a:t>
            </a:r>
            <a:endParaRPr lang="zh-CN" altLang="en-US"/>
          </a:p>
          <a:p>
            <a:pPr algn="just"/>
            <a:r>
              <a:rPr lang="en-US" altLang="zh-CN"/>
              <a:t>6.</a:t>
            </a:r>
            <a:r>
              <a:rPr lang="zh-CN" altLang="en-US"/>
              <a:t>构成液压泵的基本条件</a:t>
            </a:r>
            <a:endParaRPr lang="zh-CN" altLang="en-US"/>
          </a:p>
          <a:p>
            <a:pPr algn="just"/>
            <a:r>
              <a:rPr lang="en-US" altLang="zh-CN"/>
              <a:t>7.</a:t>
            </a:r>
            <a:r>
              <a:rPr lang="zh-CN" altLang="en-US"/>
              <a:t>液压泵根据它的运动机构额形式分为哪几类？</a:t>
            </a:r>
            <a:endParaRPr lang="zh-CN" altLang="en-US"/>
          </a:p>
          <a:p>
            <a:pPr algn="just"/>
            <a:r>
              <a:rPr lang="en-US" altLang="zh-CN"/>
              <a:t>8.</a:t>
            </a:r>
            <a:r>
              <a:rPr lang="zh-CN" altLang="en-US"/>
              <a:t>困油现象</a:t>
            </a:r>
            <a:endParaRPr lang="zh-CN" altLang="en-US"/>
          </a:p>
          <a:p>
            <a:pPr algn="just"/>
            <a:r>
              <a:rPr lang="en-US" altLang="zh-CN"/>
              <a:t>9.</a:t>
            </a:r>
            <a:r>
              <a:rPr lang="zh-CN" altLang="en-US"/>
              <a:t>泵或马达它的能量转化</a:t>
            </a:r>
            <a:endParaRPr lang="zh-CN" altLang="en-US"/>
          </a:p>
          <a:p>
            <a:pPr algn="just"/>
            <a:r>
              <a:rPr lang="en-US" altLang="zh-CN"/>
              <a:t>10.</a:t>
            </a:r>
            <a:r>
              <a:rPr lang="zh-CN" altLang="en-US"/>
              <a:t>液压缸不同连接形式，它的计算（输出的力？伸出或者缩回的速度？差动连接的计算）</a:t>
            </a:r>
            <a:endParaRPr lang="zh-CN" altLang="en-US"/>
          </a:p>
          <a:p>
            <a:pPr algn="just"/>
            <a:r>
              <a:rPr lang="en-US" altLang="zh-CN"/>
              <a:t>11</a:t>
            </a:r>
            <a:r>
              <a:rPr lang="zh-CN" altLang="en-US"/>
              <a:t>。几位几通电磁阀？手动、液压、电控？中位机能</a:t>
            </a:r>
            <a:endParaRPr lang="zh-CN" altLang="en-US"/>
          </a:p>
          <a:p>
            <a:pPr algn="just"/>
            <a:r>
              <a:rPr lang="en-US" altLang="zh-CN"/>
              <a:t>12</a:t>
            </a:r>
            <a:r>
              <a:rPr lang="zh-CN" altLang="en-US"/>
              <a:t>压力控制阀（溢流阀和减压阀的区别）</a:t>
            </a:r>
            <a:endParaRPr lang="zh-CN" altLang="en-US"/>
          </a:p>
          <a:p>
            <a:pPr algn="just"/>
            <a:r>
              <a:rPr lang="en-US" altLang="zh-CN"/>
              <a:t>13</a:t>
            </a:r>
            <a:r>
              <a:rPr lang="zh-CN" altLang="en-US"/>
              <a:t>有哪些辅助元件？列举</a:t>
            </a:r>
            <a:endParaRPr lang="zh-CN" altLang="en-US"/>
          </a:p>
          <a:p>
            <a:pPr algn="just"/>
            <a:r>
              <a:rPr lang="en-US" altLang="zh-CN"/>
              <a:t>14</a:t>
            </a:r>
            <a:r>
              <a:rPr lang="zh-CN" altLang="en-US"/>
              <a:t>有哪几种调速回路？进一步，有哪几种节流调速，有哪几种容积调速</a:t>
            </a:r>
            <a:endParaRPr lang="zh-CN" altLang="en-US"/>
          </a:p>
          <a:p>
            <a:pPr algn="just"/>
            <a:r>
              <a:rPr lang="en-US" altLang="zh-CN"/>
              <a:t>15 </a:t>
            </a:r>
            <a:r>
              <a:rPr lang="zh-CN" altLang="en-US"/>
              <a:t>综合分析题（不同的控制阀位置，对应不同的运动状态，分析他的流动，进油、回油的路线）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I0OGZkMWUwOGVlNjBiZmEyMDRkMzE5NGZlYjBlZT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WPS 演示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zhuwenfeng</dc:creator>
  <cp:lastModifiedBy>猪吻凤</cp:lastModifiedBy>
  <cp:revision>2</cp:revision>
  <dcterms:created xsi:type="dcterms:W3CDTF">2023-08-28T08:55:00Z</dcterms:created>
  <dcterms:modified xsi:type="dcterms:W3CDTF">2023-08-28T09:54:16Z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73D2D5A4A5E843DDBA07210DCC784773_12</vt:lpwstr>
  </property>
  <property fmtid="{D5CDD505-2E9C-101B-9397-08002B2CF9AE}" pid="3" name="KSOProductBuildVer">
    <vt:lpwstr>2052-11.1.0.14309</vt:lpwstr>
  </property>
</Properties>
</file>